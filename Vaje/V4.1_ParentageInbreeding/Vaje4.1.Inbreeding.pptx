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9" r:id="rId4"/>
    <p:sldId id="26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81858" autoAdjust="0"/>
  </p:normalViewPr>
  <p:slideViewPr>
    <p:cSldViewPr snapToGrid="0">
      <p:cViewPr varScale="1">
        <p:scale>
          <a:sx n="88" d="100"/>
          <a:sy n="88" d="100"/>
        </p:scale>
        <p:origin x="169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0EB79-49CB-4C22-97D7-8A5EB001E01B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3F2B7-F299-4C26-A470-C92BF7172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5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8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2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9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6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0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5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11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0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2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1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6541D-A443-4B6C-8230-F8958ED5A5C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F2C31-5783-444D-AE3A-F17E146B4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71" y="551542"/>
            <a:ext cx="2510971" cy="18832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94" y="3041426"/>
            <a:ext cx="2503528" cy="1877646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2"/>
          </p:cNvCxnSpPr>
          <p:nvPr/>
        </p:nvCxnSpPr>
        <p:spPr>
          <a:xfrm flipH="1">
            <a:off x="3748035" y="2434771"/>
            <a:ext cx="1034422" cy="6259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</p:cNvCxnSpPr>
          <p:nvPr/>
        </p:nvCxnSpPr>
        <p:spPr>
          <a:xfrm>
            <a:off x="4782457" y="2434771"/>
            <a:ext cx="864717" cy="6066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83274" y="551542"/>
            <a:ext cx="1363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 err="1"/>
              <a:t>Jasnica</a:t>
            </a:r>
            <a:br>
              <a:rPr lang="sl-SI" dirty="0"/>
            </a:br>
            <a:r>
              <a:rPr lang="sl-SI" dirty="0"/>
              <a:t>(pri Kočevju)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183274" y="2691367"/>
            <a:ext cx="206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Zoo </a:t>
            </a:r>
            <a:r>
              <a:rPr lang="sl-SI" dirty="0" err="1"/>
              <a:t>Rožlanc</a:t>
            </a:r>
            <a:r>
              <a:rPr lang="sl-SI" dirty="0"/>
              <a:t> (Horjul)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113133" y="2716822"/>
            <a:ext cx="102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Žirovnica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713" y="3041426"/>
            <a:ext cx="2503528" cy="187764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533101" y="3911098"/>
            <a:ext cx="664307" cy="6430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5" t="48898" r="42430" b="21756"/>
          <a:stretch/>
        </p:blipFill>
        <p:spPr>
          <a:xfrm>
            <a:off x="6918477" y="5078211"/>
            <a:ext cx="1659311" cy="1588869"/>
          </a:xfrm>
          <a:prstGeom prst="ellipse">
            <a:avLst/>
          </a:prstGeom>
          <a:ln w="63500" cap="rnd">
            <a:solidFill>
              <a:srgbClr val="FF000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14" name="Straight Connector 13"/>
          <p:cNvCxnSpPr/>
          <p:nvPr/>
        </p:nvCxnSpPr>
        <p:spPr>
          <a:xfrm>
            <a:off x="7033846" y="4554193"/>
            <a:ext cx="351692" cy="5240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32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41" y="311727"/>
            <a:ext cx="2457449" cy="16382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345" y="311727"/>
            <a:ext cx="2184399" cy="16382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24055" y="311727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3200" dirty="0"/>
              <a:t>Nanos (iz narave)</a:t>
            </a:r>
            <a:endParaRPr lang="en-US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296141" y="2553854"/>
            <a:ext cx="511178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3200" dirty="0"/>
              <a:t>Zoo Ljubljana</a:t>
            </a:r>
          </a:p>
          <a:p>
            <a:endParaRPr lang="sl-SI" sz="3200" dirty="0"/>
          </a:p>
          <a:p>
            <a:r>
              <a:rPr lang="sl-SI" sz="3200" b="1" dirty="0">
                <a:solidFill>
                  <a:srgbClr val="FF0000"/>
                </a:solidFill>
              </a:rPr>
              <a:t>Muta (odvzeta mladiča) = ??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0819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eloveteaching.com/0bio105/lectures/genetics/mendel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19" y="439588"/>
            <a:ext cx="2138280" cy="266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rentage Analysis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064" y="2824545"/>
            <a:ext cx="6947766" cy="3650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432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504F2C-CA3B-43DD-890C-B918324CCCD9}"/>
              </a:ext>
            </a:extLst>
          </p:cNvPr>
          <p:cNvSpPr/>
          <p:nvPr/>
        </p:nvSpPr>
        <p:spPr>
          <a:xfrm>
            <a:off x="1574157" y="1373529"/>
            <a:ext cx="1643605" cy="4822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Jasnica</a:t>
            </a:r>
            <a:r>
              <a:rPr lang="en-US" dirty="0"/>
              <a:t> Feliks</a:t>
            </a:r>
            <a:endParaRPr lang="sl-SI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E08D81-E734-4C26-A962-00347E01A9FA}"/>
              </a:ext>
            </a:extLst>
          </p:cNvPr>
          <p:cNvSpPr/>
          <p:nvPr/>
        </p:nvSpPr>
        <p:spPr>
          <a:xfrm>
            <a:off x="3526420" y="1373529"/>
            <a:ext cx="1597307" cy="4822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Jasnica</a:t>
            </a:r>
            <a:r>
              <a:rPr lang="en-US" dirty="0"/>
              <a:t> </a:t>
            </a:r>
            <a:r>
              <a:rPr lang="en-US" dirty="0" err="1"/>
              <a:t>Dila</a:t>
            </a:r>
            <a:endParaRPr lang="sl-S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85F8E2-C819-4635-8133-7DA3F74BB816}"/>
              </a:ext>
            </a:extLst>
          </p:cNvPr>
          <p:cNvSpPr/>
          <p:nvPr/>
        </p:nvSpPr>
        <p:spPr>
          <a:xfrm>
            <a:off x="1574157" y="2284071"/>
            <a:ext cx="1516284" cy="69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Žirovnica</a:t>
            </a:r>
            <a:r>
              <a:rPr lang="en-US" dirty="0"/>
              <a:t> </a:t>
            </a:r>
            <a:r>
              <a:rPr lang="en-US" dirty="0" err="1"/>
              <a:t>Jaka</a:t>
            </a:r>
            <a:endParaRPr lang="sl-S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3516BC-06BE-4CC6-B7D7-10D488FD529F}"/>
              </a:ext>
            </a:extLst>
          </p:cNvPr>
          <p:cNvSpPr/>
          <p:nvPr/>
        </p:nvSpPr>
        <p:spPr>
          <a:xfrm>
            <a:off x="3526420" y="2284071"/>
            <a:ext cx="1635889" cy="621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Žirovnica</a:t>
            </a:r>
            <a:r>
              <a:rPr lang="en-US" dirty="0"/>
              <a:t> </a:t>
            </a:r>
            <a:r>
              <a:rPr lang="en-US" dirty="0" err="1"/>
              <a:t>Mici</a:t>
            </a:r>
            <a:endParaRPr lang="sl-SI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6F076BD-CD3D-4ACE-AA64-2F5042C47178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16200000" flipH="1">
            <a:off x="3156031" y="1095736"/>
            <a:ext cx="428263" cy="19484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165850C-53BD-4993-B5B4-A22F9CCEFCA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5400000">
            <a:off x="2149999" y="2038109"/>
            <a:ext cx="428263" cy="636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60FA5AE-8DB6-4065-A46C-55EC327D1EF5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3114556" y="1073552"/>
            <a:ext cx="428263" cy="19927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F4EC38E-E50D-4F24-A4CF-88610BDC50D7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4120588" y="2060293"/>
            <a:ext cx="428263" cy="192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EA37D81-D799-458B-87CC-0DCDCC8A7AF8}"/>
              </a:ext>
            </a:extLst>
          </p:cNvPr>
          <p:cNvSpPr/>
          <p:nvPr/>
        </p:nvSpPr>
        <p:spPr>
          <a:xfrm>
            <a:off x="1477701" y="3526420"/>
            <a:ext cx="1612740" cy="721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Muta</a:t>
            </a:r>
            <a:r>
              <a:rPr lang="en-US" dirty="0"/>
              <a:t> M</a:t>
            </a:r>
            <a:endParaRPr lang="sl-SI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B8AAE-E4F4-41E0-AABC-EE968C3AF651}"/>
              </a:ext>
            </a:extLst>
          </p:cNvPr>
          <p:cNvSpPr/>
          <p:nvPr/>
        </p:nvSpPr>
        <p:spPr>
          <a:xfrm>
            <a:off x="3615159" y="3553428"/>
            <a:ext cx="1635889" cy="721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Muta</a:t>
            </a:r>
            <a:r>
              <a:rPr lang="en-US" dirty="0"/>
              <a:t> F</a:t>
            </a:r>
            <a:endParaRPr lang="sl-SI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188D431-5397-48E8-B99B-177FDC100489}"/>
              </a:ext>
            </a:extLst>
          </p:cNvPr>
          <p:cNvCxnSpPr>
            <a:stCxn id="7" idx="2"/>
            <a:endCxn id="17" idx="0"/>
          </p:cNvCxnSpPr>
          <p:nvPr/>
        </p:nvCxnSpPr>
        <p:spPr>
          <a:xfrm rot="16200000" flipH="1">
            <a:off x="4064643" y="3184967"/>
            <a:ext cx="648182" cy="887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8A65304-AF37-434C-865D-BF3D6D901432}"/>
              </a:ext>
            </a:extLst>
          </p:cNvPr>
          <p:cNvCxnSpPr>
            <a:stCxn id="7" idx="2"/>
            <a:endCxn id="16" idx="0"/>
          </p:cNvCxnSpPr>
          <p:nvPr/>
        </p:nvCxnSpPr>
        <p:spPr>
          <a:xfrm rot="5400000">
            <a:off x="3003631" y="2185686"/>
            <a:ext cx="621174" cy="20602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D724A59-A17E-499A-A4E1-2083883D6E21}"/>
              </a:ext>
            </a:extLst>
          </p:cNvPr>
          <p:cNvCxnSpPr>
            <a:stCxn id="6" idx="2"/>
            <a:endCxn id="16" idx="0"/>
          </p:cNvCxnSpPr>
          <p:nvPr/>
        </p:nvCxnSpPr>
        <p:spPr>
          <a:xfrm rot="5400000">
            <a:off x="2034251" y="3228372"/>
            <a:ext cx="547868" cy="482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C7D161F-A756-4491-9FE7-8796E1880099}"/>
              </a:ext>
            </a:extLst>
          </p:cNvPr>
          <p:cNvCxnSpPr>
            <a:stCxn id="6" idx="2"/>
            <a:endCxn id="17" idx="0"/>
          </p:cNvCxnSpPr>
          <p:nvPr/>
        </p:nvCxnSpPr>
        <p:spPr>
          <a:xfrm rot="16200000" flipH="1">
            <a:off x="3095263" y="2215587"/>
            <a:ext cx="574876" cy="21008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503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940</TotalTime>
  <Words>38</Words>
  <Application>Microsoft Office PowerPoint</Application>
  <PresentationFormat>On-screen Show 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BF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Tomaz Skrbinsek</dc:creator>
  <cp:lastModifiedBy>Skrbinšek, Tomaž</cp:lastModifiedBy>
  <cp:revision>28</cp:revision>
  <dcterms:created xsi:type="dcterms:W3CDTF">2014-11-30T20:09:47Z</dcterms:created>
  <dcterms:modified xsi:type="dcterms:W3CDTF">2024-11-11T16:50:52Z</dcterms:modified>
</cp:coreProperties>
</file>